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1714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Benefits of AI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67273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Artificial intelligence is reshaping how businesses operate — delivering faster results, sharper accuracy, and smarter decisions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50503"/>
            <a:ext cx="720179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92993"/>
            <a:ext cx="100726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2256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Five Ways AI Transforms Business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37814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routine tasks to strategic innovation, AI delivers measurable impact across every layer of an organization.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764432"/>
            <a:ext cx="2622724" cy="1393403"/>
          </a:xfrm>
          <a:prstGeom prst="roundRect">
            <a:avLst>
              <a:gd name="adj" fmla="val 42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2640" y="1910953"/>
            <a:ext cx="425276" cy="425276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2027858"/>
            <a:ext cx="191319" cy="1913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2640" y="2477988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Saves Time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2640" y="2784500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Automates repetitive work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60601" y="1764432"/>
            <a:ext cx="2622724" cy="1393403"/>
          </a:xfrm>
          <a:prstGeom prst="roundRect">
            <a:avLst>
              <a:gd name="adj" fmla="val 42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07122" y="1910953"/>
            <a:ext cx="425276" cy="425276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2027858"/>
            <a:ext cx="191319" cy="1913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07122" y="2477988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Improves Accuracy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407122" y="2784500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human error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25083" y="1764432"/>
            <a:ext cx="2622724" cy="1393403"/>
          </a:xfrm>
          <a:prstGeom prst="roundRect">
            <a:avLst>
              <a:gd name="adj" fmla="val 42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71605" y="1910953"/>
            <a:ext cx="425276" cy="425276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8584" y="2027858"/>
            <a:ext cx="191319" cy="19131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1605" y="2477988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Automation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171605" y="2784500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Scales operations effortlessly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96119" y="3299594"/>
            <a:ext cx="4004965" cy="1393403"/>
          </a:xfrm>
          <a:prstGeom prst="roundRect">
            <a:avLst>
              <a:gd name="adj" fmla="val 42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2640" y="3446115"/>
            <a:ext cx="425276" cy="425276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619" y="3563020"/>
            <a:ext cx="191319" cy="19131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2640" y="4013150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Decision Making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2640" y="4319662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Data-driven insights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642842" y="3299594"/>
            <a:ext cx="4004965" cy="1393403"/>
          </a:xfrm>
          <a:prstGeom prst="roundRect">
            <a:avLst>
              <a:gd name="adj" fmla="val 42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89363" y="3446115"/>
            <a:ext cx="425276" cy="425276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6342" y="3563020"/>
            <a:ext cx="191319" cy="19131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89363" y="4013150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Innovation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4789363" y="4319662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Unlocks new possibilities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8608"/>
            <a:ext cx="491803" cy="151358"/>
          </a:xfrm>
          <a:prstGeom prst="roundRect">
            <a:avLst>
              <a:gd name="adj" fmla="val 22128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5873" y="438448"/>
            <a:ext cx="829494" cy="91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BENEFIT 1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87946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Saves Time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83320"/>
            <a:ext cx="5213524" cy="29325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57590" y="2345903"/>
            <a:ext cx="2694980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handles the tasks that consume hours of your team's day — data entry, scheduling, report generation, and more — freeing people to focus on high-value work.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173513"/>
            <a:ext cx="4040832" cy="5613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196" y="4287441"/>
            <a:ext cx="375582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Faster Processing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67196" y="4485159"/>
            <a:ext cx="375582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analyzes documents and datasets in seconds, not hours.</a:t>
            </a:r>
            <a:endParaRPr lang="en-US" sz="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6975" y="4173513"/>
            <a:ext cx="4040907" cy="5613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78053" y="4287441"/>
            <a:ext cx="375590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24/7 Availability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4778053" y="4485159"/>
            <a:ext cx="3755901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Unlike human teams, AI systems never stop working.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72480"/>
            <a:ext cx="699492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314971"/>
            <a:ext cx="98658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BENEFIT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4453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Improves Accuracy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44229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Minimize Errors, Maximize Confidence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7828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error costs businesses billions annually. AI systems maintain consistent precision across repetitive, data-intensive tasks — from financial reconciliations to medical diagnostics.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091383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Detects anomalies humans routinely miss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Applies the same standard every time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learns and improves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25512"/>
            <a:ext cx="699492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568003"/>
            <a:ext cx="98658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BENEFIT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9757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Automation at Scale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45315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AI-powered automation doesn't just speed things up — it redefines what's possible. From customer service chatbots to supply chain optimization, automation scales without scaling headcount.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66255"/>
            <a:ext cx="708794" cy="8505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6671" y="2208014"/>
            <a:ext cx="7301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46671" y="2514526"/>
            <a:ext cx="7301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Spot repetitive, rule-based tasks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2916808"/>
            <a:ext cx="708794" cy="8505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46671" y="3058567"/>
            <a:ext cx="7301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46671" y="3365078"/>
            <a:ext cx="7301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AI workflows and agents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767361"/>
            <a:ext cx="708794" cy="85055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46671" y="3909120"/>
            <a:ext cx="7301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346671" y="4215631"/>
            <a:ext cx="7301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Monitor, refine, and scale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3744"/>
            <a:ext cx="699492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586234"/>
            <a:ext cx="98658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BENEFIT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58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Smarter Decision Making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30859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131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Data-Driven Clarity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1976363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transforms raw data into actionable insights, helping leaders make faster, more confident decisions backed by evidence — not instinct alone.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2784351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Predictive analytics surface trends early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dashboards replace guesswork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Scenario modeling reduces risk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94495"/>
            <a:ext cx="699492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236985"/>
            <a:ext cx="98658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BENEFIT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6655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Fuels Innovation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12214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most transformative benefit of AI isn't efficiency — it's the ability to imagine and build what wasn't possible before. AI accelerates R&amp;D, personalizes products, and opens entirely new business models.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735238"/>
            <a:ext cx="354360" cy="35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7658" y="2735238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Accelerated R&amp;D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27658" y="3041749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compresses years of research into months, from drug discovery to materials science.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735238"/>
            <a:ext cx="354360" cy="35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03972" y="2735238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New Business Models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803972" y="3041749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AI-native products and services create revenue streams that didn't exist before.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735238"/>
            <a:ext cx="354360" cy="354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0287" y="2735238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Competitive Edge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80287" y="3041749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Organizations leveraging AI innovate faster and capture market share ahead of competitors.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147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Bottom Line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062484"/>
            <a:ext cx="8151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isn't a single tool — it's a multiplier across every dimension of your business. Organizations that embrace it strategically gain compounding advantages.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665015"/>
            <a:ext cx="4000574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40%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496119" y="2251993"/>
            <a:ext cx="400057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 Saved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2528367"/>
            <a:ext cx="400057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average, across automated workflows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47233" y="1665015"/>
            <a:ext cx="4000649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3x</a:t>
            </a:r>
            <a:endParaRPr lang="en-US" sz="3350" dirty="0"/>
          </a:p>
        </p:txBody>
      </p:sp>
      <p:sp>
        <p:nvSpPr>
          <p:cNvPr id="8" name="Text 6"/>
          <p:cNvSpPr/>
          <p:nvPr/>
        </p:nvSpPr>
        <p:spPr>
          <a:xfrm>
            <a:off x="4647233" y="2251993"/>
            <a:ext cx="400064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Faster Decisions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47233" y="2528367"/>
            <a:ext cx="400064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Compared to manual analysis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6119" y="3035498"/>
            <a:ext cx="4000574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62%</a:t>
            </a:r>
            <a:endParaRPr lang="en-US" sz="3350" dirty="0"/>
          </a:p>
        </p:txBody>
      </p:sp>
      <p:sp>
        <p:nvSpPr>
          <p:cNvPr id="11" name="Text 9"/>
          <p:cNvSpPr/>
          <p:nvPr/>
        </p:nvSpPr>
        <p:spPr>
          <a:xfrm>
            <a:off x="496119" y="3622477"/>
            <a:ext cx="400057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Cost Reduction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6119" y="3898850"/>
            <a:ext cx="400057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automated operational processes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47233" y="3035498"/>
            <a:ext cx="4000649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5+</a:t>
            </a:r>
            <a:endParaRPr lang="en-US" sz="3350" dirty="0"/>
          </a:p>
        </p:txBody>
      </p:sp>
      <p:sp>
        <p:nvSpPr>
          <p:cNvPr id="14" name="Text 12"/>
          <p:cNvSpPr/>
          <p:nvPr/>
        </p:nvSpPr>
        <p:spPr>
          <a:xfrm>
            <a:off x="4647233" y="3622477"/>
            <a:ext cx="400064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Benefits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47233" y="3898850"/>
            <a:ext cx="400064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time, accuracy, automation, decisions, and innovation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6119" y="4235202"/>
            <a:ext cx="8151763" cy="495077"/>
          </a:xfrm>
          <a:prstGeom prst="roundRect">
            <a:avLst>
              <a:gd name="adj" fmla="val 11087"/>
            </a:avLst>
          </a:prstGeom>
          <a:solidFill>
            <a:srgbClr val="E1E1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790" y="4422279"/>
            <a:ext cx="163339" cy="13067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20800" y="4388346"/>
            <a:ext cx="805361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question isn't whether to adopt AI — it's how quickly you can integrate it into your strategy.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2026-08-07T08:19:21Z</dcterms:created>
  <dcterms:modified xsi:type="dcterms:W3CDTF">2026-08-07T08:19:21Z</dcterms:modified>
</cp:coreProperties>
</file>